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385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24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BY HACKHERE  ·  TEAM CODENEST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TriageCN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Match. Score. Explain. Validate.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vulnerability triage — which CVEs should THIS organisation act on first?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709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CODENEST</a:t>
            </a:r>
            <a:endParaRPr lang="en-US" sz="1100" dirty="0"/>
          </a:p>
        </p:txBody>
      </p:sp>
      <p:pic>
        <p:nvPicPr>
          <p:cNvPr id="8" name="Image 0" descr="icons/search_E887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237744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18120" y="2880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823960" y="2377440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pic>
        <p:nvPicPr>
          <p:cNvPr id="11" name="Image 1" descr="icons/scale_E887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2" y="237744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69680" y="2880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875520" y="2377440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pic>
        <p:nvPicPr>
          <p:cNvPr id="14" name="Image 2" descr="icons/message_E887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432" y="237744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921240" y="2880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0927080" y="2377440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pic>
        <p:nvPicPr>
          <p:cNvPr id="17" name="Image 3" descr="icons/check_E887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5992" y="2377440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0" y="2880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BY HACKHERE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— TriageCN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057400"/>
            <a:ext cx="822960" cy="82296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6" name="Image 0" descr="icons/usertie_E887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286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Madhan Kumar 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051560" y="3429000"/>
            <a:ext cx="1600200" cy="320040"/>
          </a:xfrm>
          <a:prstGeom prst="roundRect">
            <a:avLst>
              <a:gd name="adj" fmla="val 48571"/>
            </a:avLst>
          </a:prstGeom>
          <a:solidFill>
            <a:srgbClr val="231F1B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429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&amp; Backend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39319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build coordination. Scoring &amp; tiering engine, weighted-severity formula, gold-set validation logic.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55848" y="173736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47388" y="2057400"/>
            <a:ext cx="822960" cy="82296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13" name="Image 1" descr="icons/desktop_E887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22860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93008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Sairam ML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3858768" y="3429000"/>
            <a:ext cx="1600200" cy="320040"/>
          </a:xfrm>
          <a:prstGeom prst="roundRect">
            <a:avLst>
              <a:gd name="adj" fmla="val 48571"/>
            </a:avLst>
          </a:prstGeom>
          <a:solidFill>
            <a:srgbClr val="231F1B"/>
          </a:solidFill>
          <a:ln/>
        </p:spPr>
      </p:sp>
      <p:sp>
        <p:nvSpPr>
          <p:cNvPr id="16" name="Text 12"/>
          <p:cNvSpPr/>
          <p:nvPr/>
        </p:nvSpPr>
        <p:spPr>
          <a:xfrm>
            <a:off x="3493008" y="3429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538728" y="39319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Cockpit dashboard — priority queue, explanation panel, org switcher, live UI.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63056" y="173736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54596" y="2057400"/>
            <a:ext cx="822960" cy="82296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20" name="Image 2" descr="icons/brain_E887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476" y="22860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0216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Kalyanakrishnan M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665976" y="3429000"/>
            <a:ext cx="1600200" cy="320040"/>
          </a:xfrm>
          <a:prstGeom prst="roundRect">
            <a:avLst>
              <a:gd name="adj" fmla="val 48571"/>
            </a:avLst>
          </a:prstGeom>
          <a:solidFill>
            <a:srgbClr val="231F1B"/>
          </a:solidFill>
          <a:ln/>
        </p:spPr>
      </p:sp>
      <p:sp>
        <p:nvSpPr>
          <p:cNvPr id="23" name="Text 18"/>
          <p:cNvSpPr/>
          <p:nvPr/>
        </p:nvSpPr>
        <p:spPr>
          <a:xfrm>
            <a:off x="6300216" y="3429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345936" y="39319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 — exact + fuzzy product matching, tiering rules, negative-test logic.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970264" y="173736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861804" y="2057400"/>
            <a:ext cx="822960" cy="82296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27" name="Image 3" descr="icons/github_E887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4684" y="228600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07424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 Nirmal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9473184" y="3429000"/>
            <a:ext cx="1600200" cy="320040"/>
          </a:xfrm>
          <a:prstGeom prst="roundRect">
            <a:avLst>
              <a:gd name="adj" fmla="val 48571"/>
            </a:avLst>
          </a:prstGeom>
          <a:solidFill>
            <a:srgbClr val="231F1B"/>
          </a:solidFill>
          <a:ln/>
        </p:spPr>
      </p:sp>
      <p:sp>
        <p:nvSpPr>
          <p:cNvPr id="30" name="Text 24"/>
          <p:cNvSpPr/>
          <p:nvPr/>
        </p:nvSpPr>
        <p:spPr>
          <a:xfrm>
            <a:off x="9107424" y="3429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9153144" y="39319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structure, version control, build hygiene, and release management.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BY HACKHERE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Scores Don't Know What You Run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231F1B"/>
          </a:solidFill>
          <a:ln/>
        </p:spPr>
      </p:sp>
      <p:sp>
        <p:nvSpPr>
          <p:cNvPr id="5" name="Shape 3"/>
          <p:cNvSpPr/>
          <p:nvPr/>
        </p:nvSpPr>
        <p:spPr>
          <a:xfrm>
            <a:off x="3566160" y="1874520"/>
            <a:ext cx="548640" cy="548640"/>
          </a:xfrm>
          <a:prstGeom prst="ellipse">
            <a:avLst/>
          </a:prstGeom>
          <a:solidFill>
            <a:srgbClr val="2F2B24"/>
          </a:solidFill>
          <a:ln/>
        </p:spPr>
      </p:sp>
      <p:pic>
        <p:nvPicPr>
          <p:cNvPr id="6" name="Image 0" descr="icons/bolt_E887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20025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48,185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 published in 2025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21% year-over-year — and climbing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675888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EFE4C8"/>
          </a:solidFill>
          <a:ln/>
        </p:spPr>
      </p:sp>
      <p:sp>
        <p:nvSpPr>
          <p:cNvPr id="11" name="Shape 8"/>
          <p:cNvSpPr/>
          <p:nvPr/>
        </p:nvSpPr>
        <p:spPr>
          <a:xfrm>
            <a:off x="3566160" y="39502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shield_E887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6" y="407822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39502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1,483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822960" y="45902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exploited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22960" y="49103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in the CISA KEV catalog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48640" y="5623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JerryGamblin 2025 CVE Data Review · CISA KEV Catalog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09160" y="1600200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SMALL TEAMS FALL BEHIND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09160" y="2057400"/>
            <a:ext cx="502920" cy="50292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19" name="Image 2" descr="icons/layers_E887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176272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94960" y="20116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signal, not the answer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394960" y="234086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CVE table sorted only by CVSS isn't personalised to what your organisation actually runs.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09160" y="3017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icons/bullseye_E887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136392"/>
            <a:ext cx="265176" cy="2651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29718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looks urgent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394960" y="330098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organisation context, warnings get delayed and effort lands on products that were never at risk.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709160" y="3977640"/>
            <a:ext cx="502920" cy="50292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27" name="Image 4" descr="icons/users_E887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4096512"/>
            <a:ext cx="265176" cy="2651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3931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analyst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5394960" y="426110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small teams have nobody whose job is to translate a raw feed into a prioritised action list.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09160" y="49377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icons/filetext_E8871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5056632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94960" y="48920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scoring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5394960" y="522122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without visible reasoning is just one number replacing another — nothing to act on with confidence.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5806440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231F1B"/>
          </a:solidFill>
          <a:ln/>
        </p:spPr>
      </p:sp>
      <p:sp>
        <p:nvSpPr>
          <p:cNvPr id="35" name="Text 27"/>
          <p:cNvSpPr/>
          <p:nvPr/>
        </p:nvSpPr>
        <p:spPr>
          <a:xfrm>
            <a:off x="822960" y="580644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 </a:t>
            </a:r>
            <a:r>
              <a:rPr lang="en-US" sz="1300" i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don't lack data — they lack organisation-specific signal.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BY HACKHERE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Global Feed to One Organisation's Top Five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6" name="Image 0" descr="icons/search_E887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CVE matched to the org's products — exact normalised match first, fuzzy fallback (≥0.85) second. Nothing silently dropped.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55848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84448" y="1965960"/>
            <a:ext cx="640080" cy="64008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12" name="Image 1" descr="icons/scale_E887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21214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58968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584448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84448" y="31546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severity using that org's own CVSS / KEV / EPSS weights — never a generic formula.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63056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91656" y="1965960"/>
            <a:ext cx="640080" cy="64008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18" name="Image 2" descr="icons/message_E887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212140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66176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391656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91656" y="31546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card: priority band, evidence, matched context, confidence, one safe next step.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970264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98864" y="1965960"/>
            <a:ext cx="640080" cy="64008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24" name="Image 3" descr="icons/check_E887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2" y="212140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073384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9198864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198864" y="31546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checked against real practitioner rankings on a held-out gold set, reported as Spearman ρ.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31F1B"/>
          </a:solidFill>
          <a:ln/>
        </p:spPr>
      </p:sp>
      <p:sp>
        <p:nvSpPr>
          <p:cNvPr id="29" name="Text 23"/>
          <p:cNvSpPr/>
          <p:nvPr/>
        </p:nvSpPr>
        <p:spPr>
          <a:xfrm>
            <a:off x="822960" y="51663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 </a:t>
            </a:r>
            <a:r>
              <a:rPr lang="en-US" sz="1300" i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triage engine that doesn't just score vulnerabilities — it explains, for one specific organisation, why this one and not that one.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BY HACKHERE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Deterministic, Local-Only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502920" cy="50292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5" name="Image 0" descr="icons/database_E887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74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9164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794760" y="1691640"/>
            <a:ext cx="7818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 CVEs · 3 org profiles · 5-CVE gold set — fixed local snapshot files. Zero external network calls.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11064240" cy="0"/>
          </a:xfrm>
          <a:prstGeom prst="line">
            <a:avLst/>
          </a:prstGeom>
          <a:noFill/>
          <a:ln w="12700">
            <a:solidFill>
              <a:srgbClr val="E2D9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66090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/gitmerge_E887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7706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587752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794760" y="2587752"/>
            <a:ext cx="7818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exact normalised match. Layer 2: fuzzy fallback (SequenceMatcher ≥ 0.85) with confidence flags.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483864"/>
            <a:ext cx="11064240" cy="0"/>
          </a:xfrm>
          <a:prstGeom prst="line">
            <a:avLst/>
          </a:prstGeom>
          <a:noFill/>
          <a:ln w="12700">
            <a:solidFill>
              <a:srgbClr val="E2D9C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15" name="Image 2" descr="icons/sliders_E887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66674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483864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794760" y="3483864"/>
            <a:ext cx="7818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w·(CVSS/10) + w·(KEV) + w·(EPSS) — each org's own weights, applied verbatim and transparently.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379976"/>
            <a:ext cx="11064240" cy="0"/>
          </a:xfrm>
          <a:prstGeom prst="line">
            <a:avLst/>
          </a:prstGeom>
          <a:noFill/>
          <a:ln w="12700">
            <a:solidFill>
              <a:srgbClr val="E2D9C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4531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icons/layers_E887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56285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4379976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Ranking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794760" y="4379976"/>
            <a:ext cx="7818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critical-asset matches, ranked by weighted severity. Tier 2: general findings — never hard-excluded.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5276088"/>
            <a:ext cx="11064240" cy="0"/>
          </a:xfrm>
          <a:prstGeom prst="line">
            <a:avLst/>
          </a:prstGeom>
          <a:noFill/>
          <a:ln w="12700">
            <a:solidFill>
              <a:srgbClr val="E2D9C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25" name="Image 4" descr="icons/filetext_E887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545896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527608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Bands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3794760" y="5276088"/>
            <a:ext cx="7818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/ HIGH / WATCH / BASELINE — dynamically calibrated to each org's own percentile distribution.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BY HACKHERE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JUST A PROMISE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Real Practitioner Rankings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231F1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rank correlation with practitioner judgment — on held-out CVEs, not tuned data.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4663440"/>
            <a:ext cx="283464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46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gold-set CVEs held out, engine ranking compared to real practitioner priority order per organisation.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1691640"/>
            <a:ext cx="7452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2011680"/>
            <a:ext cx="640080" cy="64008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12" name="Image 0" descr="icons/building_E887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2167128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5780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Retail Bank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57800" y="2240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practitioner ground truth provided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509760" y="16916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1.00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160520" y="3136392"/>
            <a:ext cx="7452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34840" y="3456432"/>
            <a:ext cx="640080" cy="64008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18" name="Image 1" descr="icons/cloud_E887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361188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57800" y="33009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Cloud Tech Startup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257800" y="36850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practitioner ground truth provided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9509760" y="3136392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1.00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160520" y="4581144"/>
            <a:ext cx="7452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434840" y="4901184"/>
            <a:ext cx="640080" cy="64008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24" name="Image 2" descr="icons/university_E887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5056632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57800" y="4745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Utility Provider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257800" y="51297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honestly — no practitioner ground truth in dataset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9509760" y="4581144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scored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BY HACKHERE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IS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Teams Without a Dedicated Analyst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6" name="Image 0" descr="icons/laptop_E887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1305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88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Internal Security Teams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Startups, SMBs, and under-resourced enterprise units get the same global CVE feed as a Fortune 500 SOC — with none of the headcount to triage it.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threat analyst on staff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org-specific priority, not a generic list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minute spent on the wrong CVE is a minute of real exposure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965960"/>
            <a:ext cx="685800" cy="68580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12" name="Image 1" descr="icons/users_E887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13055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2788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MSSPs &amp; Virtual CISOs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492240" y="32461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Triaging vulnerabilities across multiple client organisations, each with a different environment and risk tolerance.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492240" y="42519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feed, different org, different priorities — instantly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be explainable to a non-technical client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scale without scaling analyst headcount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6035040"/>
            <a:ext cx="11064240" cy="91"/>
          </a:xfrm>
          <a:prstGeom prst="roundRect">
            <a:avLst/>
          </a:prstGeom>
          <a:solidFill>
            <a:srgbClr val="FAF6EA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BY HACKHERE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Cockpit — A 5-Second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231F1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0" y="1874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Retail Bank 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2F2B24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4086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60120" y="25054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CVE-2025-31337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25054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Struts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2907792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271F1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9626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60120" y="31272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CVE-2025-22019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31272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3529584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271F1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5844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60120" y="3749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CVE-2025-10442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4151376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271F1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206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C8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60120" y="43708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CVE-2025-08871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43708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97680" y="2240280"/>
            <a:ext cx="2926080" cy="3383280"/>
          </a:xfrm>
          <a:prstGeom prst="roundRect">
            <a:avLst>
              <a:gd name="adj" fmla="val 1875"/>
            </a:avLst>
          </a:prstGeom>
          <a:solidFill>
            <a:srgbClr val="2F2B24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CVE-2025-31337 · Apache Struts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· Confidence: High (exact match)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3063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critical-asset inventory. CVSS 9.8 · KEV listed · EPSS 0.91.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8056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8056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within 24h — active exploitation confirmed.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818120" y="1691640"/>
            <a:ext cx="411480" cy="41148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30" name="Image 0" descr="icons/layers_E887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783080"/>
            <a:ext cx="228600" cy="2286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366760" y="161848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queue, ranked by org-weighted severity and asset criticality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818120" y="2724912"/>
            <a:ext cx="411480" cy="41148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33" name="Image 1" descr="icons/filetext_E887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816352"/>
            <a:ext cx="228600" cy="2286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366760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panel: score breakdown, matched context, confidence, one safe next step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7818120" y="3758184"/>
            <a:ext cx="411480" cy="41148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36" name="Image 2" descr="icons/server_E887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3849624"/>
            <a:ext cx="228600" cy="22860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366760" y="368503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switcher — same feed, different org, different ranking, instantly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7818120" y="4791456"/>
            <a:ext cx="411480" cy="41148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39" name="Image 3" descr="icons/bullseye_E887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4882896"/>
            <a:ext cx="228600" cy="2286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8366760" y="4718304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5-second triage decision, not a 50-row spreadsheet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BY HACKHERE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Today, Live-Feed Tomorrow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231F1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RUNNING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84048" cy="384048"/>
          </a:xfrm>
          <a:prstGeom prst="ellipse">
            <a:avLst/>
          </a:prstGeom>
          <a:solidFill>
            <a:srgbClr val="2F2B24"/>
          </a:solidFill>
          <a:ln/>
        </p:spPr>
      </p:sp>
      <p:pic>
        <p:nvPicPr>
          <p:cNvPr id="7" name="Image 0" descr="icons/lock_E887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41401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225856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network calls or cloud dependencies — fully local, in-memory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3200400"/>
            <a:ext cx="384048" cy="384048"/>
          </a:xfrm>
          <a:prstGeom prst="ellipse">
            <a:avLst/>
          </a:prstGeom>
          <a:solidFill>
            <a:srgbClr val="2F2B24"/>
          </a:solidFill>
          <a:ln/>
        </p:spPr>
      </p:sp>
      <p:pic>
        <p:nvPicPr>
          <p:cNvPr id="10" name="Image 1" descr="icons/terminal_E887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28269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312724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v20+, pnpm — clone to running dashboard in under 5 minutes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22960" y="4069080"/>
            <a:ext cx="384048" cy="384048"/>
          </a:xfrm>
          <a:prstGeom prst="ellipse">
            <a:avLst/>
          </a:prstGeom>
          <a:solidFill>
            <a:srgbClr val="2F2B24"/>
          </a:solidFill>
          <a:ln/>
        </p:spPr>
      </p:sp>
      <p:pic>
        <p:nvPicPr>
          <p:cNvPr id="13" name="Image 2" descr="icons/desktop_E887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15137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53312" y="399592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on localhost:5173, no environment variables required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22960" y="4937760"/>
            <a:ext cx="384048" cy="384048"/>
          </a:xfrm>
          <a:prstGeom prst="ellipse">
            <a:avLst/>
          </a:prstGeom>
          <a:solidFill>
            <a:srgbClr val="2F2B24"/>
          </a:solidFill>
          <a:ln/>
        </p:spPr>
      </p:sp>
      <p:pic>
        <p:nvPicPr>
          <p:cNvPr id="16" name="Image 3" descr="icons/database_E887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5020056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53312" y="486460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 CVEs · 3 org profiles · 5-CVE gold set, shipped as local snapshots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17220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172200" y="210312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400800" y="2377440"/>
            <a:ext cx="502920" cy="50292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21" name="Image 4" descr="icons/cloud_E887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250545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86600" y="222199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ingestion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7086600" y="25603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directly from NVD / CISA APIs, beyond today's offline snapshot.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172200" y="333756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00800" y="3611880"/>
            <a:ext cx="502920" cy="50292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26" name="Image 5" descr="icons/sliders_E8871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816" y="3739896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86600" y="34564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onboarding flow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7086600" y="37947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any team self-configure its own CVSS / KEV / EPSS weights.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6172200" y="457200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400800" y="4846320"/>
            <a:ext cx="502920" cy="502920"/>
          </a:xfrm>
          <a:prstGeom prst="ellipse">
            <a:avLst/>
          </a:prstGeom>
          <a:solidFill>
            <a:srgbClr val="EFE4C8"/>
          </a:solidFill>
          <a:ln/>
        </p:spPr>
      </p:sp>
      <p:pic>
        <p:nvPicPr>
          <p:cNvPr id="31" name="Image 6" descr="icons/ticket_E8871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8816" y="4974336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86600" y="46908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integrations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7086600" y="50292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ServiceNow ticketing, Slack / Teams alerting on URGENT bands.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BY HACKHERE</a:t>
            </a:r>
            <a:endParaRPr lang="en-US" sz="800" dirty="0"/>
          </a:p>
        </p:txBody>
      </p:sp>
      <p:sp>
        <p:nvSpPr>
          <p:cNvPr id="35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1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TriageCN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Match. Score. Explain. Validate.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92608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346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“TriageCN doesn't just rank vulnerabilities — it tells one organisation what to fix first, and why.”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Team CodeNest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1088136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5029200"/>
            <a:ext cx="548640" cy="548640"/>
          </a:xfrm>
          <a:prstGeom prst="ellipse">
            <a:avLst/>
          </a:prstGeom>
          <a:solidFill>
            <a:srgbClr val="2F2B24"/>
          </a:solidFill>
          <a:ln/>
        </p:spPr>
      </p:sp>
      <p:pic>
        <p:nvPicPr>
          <p:cNvPr id="10" name="Image 0" descr="icons/search_E887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15721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56692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103120" y="5029200"/>
            <a:ext cx="548640" cy="548640"/>
          </a:xfrm>
          <a:prstGeom prst="ellipse">
            <a:avLst/>
          </a:prstGeom>
          <a:solidFill>
            <a:srgbClr val="2F2B24"/>
          </a:solidFill>
          <a:ln/>
        </p:spPr>
      </p:sp>
      <p:pic>
        <p:nvPicPr>
          <p:cNvPr id="13" name="Image 1" descr="icons/scale_E887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136" y="515721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74520" y="56692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566160" y="5029200"/>
            <a:ext cx="548640" cy="548640"/>
          </a:xfrm>
          <a:prstGeom prst="ellipse">
            <a:avLst/>
          </a:prstGeom>
          <a:solidFill>
            <a:srgbClr val="2F2B24"/>
          </a:solidFill>
          <a:ln/>
        </p:spPr>
      </p:sp>
      <p:pic>
        <p:nvPicPr>
          <p:cNvPr id="16" name="Image 2" descr="icons/message_E887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176" y="515721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37560" y="56692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029200" y="5029200"/>
            <a:ext cx="548640" cy="548640"/>
          </a:xfrm>
          <a:prstGeom prst="ellipse">
            <a:avLst/>
          </a:prstGeom>
          <a:solidFill>
            <a:srgbClr val="2F2B24"/>
          </a:solidFill>
          <a:ln/>
        </p:spPr>
      </p:sp>
      <p:pic>
        <p:nvPicPr>
          <p:cNvPr id="19" name="Image 3" descr="icons/check_E887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216" y="5157216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00600" y="56692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8046720" y="50749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CODENEST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217920" y="534924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Madhan Kumar T · Sairam ML · Kalyanakrishnan M · Kanna Nirmal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217920" y="57150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BY HACKHERE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BY HACKHERE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1047</Words>
  <Application>Microsoft Office PowerPoint</Application>
  <PresentationFormat>Widescreen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kalyan krishnan</cp:lastModifiedBy>
  <cp:revision>2</cp:revision>
  <dcterms:created xsi:type="dcterms:W3CDTF">2026-08-22T12:02:09Z</dcterms:created>
  <dcterms:modified xsi:type="dcterms:W3CDTF">2026-08-22T12:07:45Z</dcterms:modified>
</cp:coreProperties>
</file>